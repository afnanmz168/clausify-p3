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Sheet1!$B$2:$B$6</c:f>
              <c:numCache>
                <c:formatCode>General</c:formatCode>
                <c:ptCount val="5"/>
                <c:pt idx="0">
                  <c:v>0</c:v>
                </c:pt>
                <c:pt idx="1">
                  <c:v>0</c:v>
                </c:pt>
                <c:pt idx="2">
                  <c:v>0</c:v>
                </c:pt>
                <c:pt idx="3">
                  <c:v>0</c:v>
                </c:pt>
                <c:pt idx="4">
                  <c:v>0.809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Sheet1!$C$2:$C$6</c:f>
              <c:numCache>
                <c:formatCode>General</c:formatCode>
                <c:ptCount val="5"/>
                <c:pt idx="0">
                  <c:v>0</c:v>
                </c:pt>
                <c:pt idx="1">
                  <c:v>0.775</c:v>
                </c:pt>
                <c:pt idx="2">
                  <c:v>0.785</c:v>
                </c:pt>
                <c:pt idx="3">
                  <c:v>0</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Sheet1!$D$2:$D$6</c:f>
              <c:numCache>
                <c:formatCode>General</c:formatCode>
                <c:ptCount val="5"/>
                <c:pt idx="0">
                  <c:v>0.692</c:v>
                </c:pt>
                <c:pt idx="1">
                  <c:v>0</c:v>
                </c:pt>
                <c:pt idx="2">
                  <c:v>0</c:v>
                </c:pt>
                <c:pt idx="3">
                  <c:v>0.797</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Our project is a tool that reads a contract for the person signing it. It finds which of 41 types of clause are in the contract, shows the clause, gives it a High, Medium or Low risk level, and explains it in one simple sentence. It runs in an app called Clausify. We will cover the data, how the system works, training, the problems we solved, how we tested it,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clause types. We split by whole contract: 408 for training and 102 for testing. The chart shows that training and test look almost the same (32.0% and 32.2% of clauses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reads every window and keeps the highest score for the whole contract. A simple word model reads the whole contract too. Each model gets a threshold for each clause type, chosen on contracts we kept aside. Then the text model finds the words, the risk table adds the level, and FLAN-T5 adds one simple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learned only from the 408 training contracts, and for the clause finder we kept 81 of them aside to choose its settings. We built the simple word-count model first, so the AI models had a fair score to beat. The final clause finder reads all 512 tokens of each window; the first one read only 256.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transformer lost to the simple word model, 0.692 to 0.775. We then found it was reading only half of each window. With the whole window read and both models tuned on contracts kept aside, the two tie, 0.797 to 0.785, and when both must agree the F1 is 0.809, a lead the bootstrap confirms. A second run that changed only the window length shows that reading the whole window is worth 0.036 on its own.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clause type gets one risk level, decided by five simple questions. 8 types are High, 22 are Medium and 11 are Low.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each of these by testing the app with real inputs, then fixed it and tested again. 43 automatic tests now check these cases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example, for a clause that blocks transferring the contract, the app shows: 'You cannot transfer this contract to someone else without permission.' The model picks the right sentence 70% of the time.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kept 102 contracts completely aside for testing, and 81 of the training contracts aside to choose settings. To see how sure each score is, we re-ran the test 10,000 times on random mixes of these contracts. Nothing was chosen by looking at the test results.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built a complete system that works on contracts it has never seen, and a working app. Next, we want to judge each clause's own wording, train the text model to say when a window holds no clause, test the app with real users, write explanations for each clause, and try contracts from outside CUAD, such as from Bangladesh.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Contracts are long, but the clauses that can hurt you, like unlimited liability or a non-compete, are short and easy to miss. A lawyer is expensive, so many people sign without help. CUAD can find clauses, but it does not say how risky they are. We add the risk level, a simple explanation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and each one had a clear fix. The most important one we found late: our first clause model read only about half of each window, so many of its training examples pointed at text it never saw. Fixing that is what made the transformer competitive. Before choosing windows we also checked a 'search first' design; it could reach at most 64% of clauses, so we did not use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our models on any contract you paste or upload. It shows the risky clauses first, with a reason and a simple explanation. By default it uses the setting that finds 90% of High-risk clauses on the test set. It says clearly on screen that it is not legal advice.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had four goals: find which clauses are present, find their exact words, show the risk in simple English, and test everything fairly before building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was already checked by experts, so cleaning was about format: empty cells, lists stored as text, and one column name with an extra space. Then we cut each contract into overlapping windows that the model can read.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but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tool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cost money</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Checking a contract takes a lawyer hours. Many freelancers and small businesses cannot pay, so they sign without knowing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Existing tools only find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CUAD dataset can find where a clause is. It does not say how risky the clause is or what it means.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each clause, a one-line explanation in simple English, and an app called Clausify that shows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goals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that guide the rest of this talk</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in a contract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 each contract for 41 types of clause, and compare a modern AI model with a simple word-count model.</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words of each clause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Point to the place in the contract where each clause is written.</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simple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Mark each clause High, Medium or Low risk, with a reason and a one-line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an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on 102 contracts the models never saw, then put everything into the Clausify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data: CUAD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types of clause</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types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contract</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clause</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How often each clause type appears, training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80/20 split by contract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contracts for training and 102 for testing, the same for every model. No test contract is ever seen in training.</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Some clause types are rare</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is in every contract, but Source Code Escrow is in only 2.5%. A typical clause type is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labels reportedly cost about $2M, so we cannot add more. We start from models that are already pre-trained.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Turning two CUAD files into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clause is missing. Lists saved as text are read properly, and blank answers are removed.</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typo in a column name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column name had an extra space, so we matched columns by their position, not their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and clause type</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rows. In 32.1% of them the clause is present.</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are 2,000-character pieces that overlap by 500 characters, so no clause is cut in half. This gives 53,662 training windows.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contract text to a report sorted by risk</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Find clauses</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word model + small 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Find text</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question-answering model</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risk table for 41 types</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Explain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 writes one line</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clauses?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exact words</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simple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characters)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normal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highest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clause found</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clause is missed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which is longer than a normal clause.</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Settings chosen fairly</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Each model's threshold for each clause type was chosen on 81 training contracts kept aside, never on the test set.</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We checked first: a “search first” design could reach at most 64%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set the risk level</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fixed level for each of the 41 clause types, from the weaker side's point of view</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clause types at each risk level (full list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for each type</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Can it cost money? Can it be undone? Does it limit you later? Is it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you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(the app shows a one-line reason for each)</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side” is the party with less say over the wording, usually the one who did not write the contract. A fixed table is easy to check and never changes by itself.</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clauses</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 · 512 tokens</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≈3 h</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text</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8,000 examples</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≈26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Explain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examples</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learning rate starts high and falls steadily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laptop with 16 GB memory and no NVIDIA GPU. The clause finder reads all 512 tokens of each window, and we kept the best of three passes over the data.</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Simple model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word-count model (TF-IDF) with one classifier for each clause type. It trains in under a minute and scores 0.775, or 0.785 once tuned.</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Training went well</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held-back loss was lowest after the second of three passes (0.245), so we kept that pass and the model did not just memorise.</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peeking at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kept 81 training contracts aside and chose every setting on them. The 102 test contracts were scored once, at the end.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went wrong, and how we fixed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too long for the model</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is 16 times longer than the model can read at once. We read it in overlapping windows and keep the highest score.</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first model crashed on the Mac</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DeBERTa-v3 failed on the Mac's graphics chip and was very slow on the CPU, so we switched to the smaller DistilBERT.</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model read only half of each window</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At 256 tokens it saw about 1,000 of 2,000 characters, and 23% of its examples were about text it never read. 512 tokens fixed this.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simple-English examples in CUAD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one-line explanations ourselves, one for each clause type, and trained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then fixed and tested again</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each paragraph gets one clause type and one card. Now 18 numbered clauses give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Scores could not be compared</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“Parties” scored about 0.98 on almost any text. We adjusted each score using 1,586 training clauses, and correct answers rose from 5.1% to 44.9%.</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looked the same everywhere</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Now the first model picks the paragraph, and the text model only highlights the key words inside it.</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Long contracts were slow</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under two minutes. The app tells the user this.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whole contract</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test contracts kept aside  (408 for training, 81 of them to choose settings)</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clause checks · 2,667 text windows · 150 explanations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re-runs on random mixes of the</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test contracts, for a 95% range</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We report accuracy and the F1 score (a balance of finding clauses and avoiding false alarms), a word-overlap score for clause text, and ROUGE-L for explanations. We re-checked the main result with 3 random seeds, all the training data, 20 different splits and a run that changes only the window length.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F1 on 4,182 test checks: first setup, then both models tuned on held-out contracts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F1 score of the 12 best</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clause types, first setup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Best: both models agreeing</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F1 0.809 and accuracy 88.43%, with every setting chosen on contracts kept aside. It beats the tuned word model (0.785) by more than the error margin.</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Reading the whole window mattered</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Our first model read half of each window and lost (0.692 vs 0.775). Reading all of it and tuning both fairly: 0.797 vs 0.785, a tie.</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perfect</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types have only 2 to 7 test examples, too few to learn.</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simple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well we find the words of a clause and explain it</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matching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0.764</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word overlap with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95% range 0.743 to 0.782</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82.8%</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answers match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well (overlap of 0.5 or more)</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word-match score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text score is measured when the model is given the right part of the contract, and our model is about ten times smaller than the best published one. The explanation describes the clause type, not each clause's details, so it scores only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report, sorted by risk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About a minute for a normal contract; 103 s at most.</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risky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By default it finds 90%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on your own computer; nothing is saved or sent.</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a whole contract or a list of clauses</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Cards sorted by risk</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clause type, risk level and reason, a simple-English line and the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marked in its risk colour, plus a checklist of missing protections</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 a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all 43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 built,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fairly</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finds clauses, shows the text, gives a risk level and a simple explanation</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Good at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F1 0.809 and accuracy 88.43%; finds 90% of High-risk clauses</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Finds the clause words well</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word overlap 0.764; 82.8% of answers match well</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takes about a minute per contract; all 43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Judge each clause, not just its type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read the actual amount, limit or period in the clause</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Let the text model say “not here”</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the main loss is now the text model, not the window</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Test with real users</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timing how fast they find clauses</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Explain each clause, not just its type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write a few thousand clause-specific explanations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 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bigger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