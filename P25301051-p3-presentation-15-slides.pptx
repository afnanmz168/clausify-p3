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43 automatic tests now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 Over the whole system, 22.1% of real clauses get a good quote. The clause finder now picks the right window 82.6% of the time, so the main loss is the text model, which almost never extracts a clause from the second half of a window.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Next, we want to judge each clause's own wording, train the text model to say when a window holds no clause,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setting that finds 90% of High-risk clauses on the test set. Each card shows a calibrated chance, fitted on contracts we kept aside, so 80% means about 80%.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could not be compared</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text. We adjusted each score using 1,586 training clauses, and correct answers rose from 5.1% to 44.9%.</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looked the same everywhere</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Now the first model picks the paragraph, and the text model only highlights the key words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under two minutes. The app tells the user this.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checked the first setup with 3 random seeds, all the training data and 20 different splits, and the final one with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the app's setting still finds 49 of the 70 rare clauses.</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95% range 0.743 to 0.782</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answers match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well (overlap of 0.5 or more)</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Given the right part of the contract, the text model scores 0.764. Over the whole system only 22.1% of clauses get a good quote: the right window is found 82.6% of the time, but clauses in a window's second half are rarely extracted. The explanation describes the clause type, so it scores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103 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By default it finds 90%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calibrated chance,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43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F1 0.809 and accuracy 88.43%; finds 90%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clause words well</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word overlap 0.764; 82.8% of answers match well</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43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Judge each clause, not just its type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read the actual amount, limit or period in the clause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Let the text model say “not here”</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the main loss is now the text model, not the window</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